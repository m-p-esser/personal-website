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019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EA6E92-45F4-414E-A4BF-A49C046EE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509E385-0A02-4469-9D28-65CD9BE5A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2D6BD3-6573-4C03-9920-C9ABBB2D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1DC0F7-4913-43FD-98EE-0EFBB5D6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2AE3DE-FDA7-4BEB-9442-7807EAC6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0060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60F792-07ED-4836-94CC-37B39BA7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D1BE5B-3EEA-42AF-B753-152759C04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4EB4E4-237F-4B55-9169-AC9B1DBC7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9CCE14-99A9-43D5-966E-167BB691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5489FF-F4FD-4F61-A49F-B86F0735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578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A5A625-67B8-4163-AC42-1C422C1E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466A42-CE8B-4E31-8745-6709434DD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A359CD-81EF-4622-8527-B7A4E25CD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81EE0A-926A-463A-A1B5-6677E3B6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23D9CB-94DA-4BC1-A387-26C2EC7D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980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3F5FD5-C9F4-4830-8063-3518ACB1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BAEAD9-82DD-4E05-A0CB-591DDCDE4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1E8F94A-37BA-4397-8C6C-19197B276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1B814F-BF74-4EE2-930A-3AA10642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8B4BDC-0219-4538-B0D2-9E15B96E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7EFA91-3220-4295-9EDF-13A017C8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872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346830-9901-49C9-A369-3580D5493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43A2BC-2CBE-4390-83F0-B6F1185F8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6A851E-5F4C-4E86-A334-B8E555D00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5DE5B8B-5D30-46E1-A312-97D771F6C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8700A5D-C3CD-4CE0-9197-32A69B131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E71B352-D43C-4EEF-BCEA-DCF0F5AC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F292428-0E36-47E1-B8C9-5FB0BEC6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84346E0-C5E8-419A-8D07-CE139895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8447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9FCBB-2F6B-4910-9D21-D3682B4D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0B9227-B8E4-4B0D-A6D2-95548217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879216-22CB-436E-8C93-1370A3DD5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8A37AB-112B-40B8-B248-6BFC54F0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7860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630317B-E893-483A-A564-1605F2EAB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CE5BB3-00B8-4C62-AED9-76DE2E6E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1F83C9-5E52-4D13-A799-58EAB174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371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B638AC-8FDC-470B-ACC4-BD5A0474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9D7A0D-7FE6-492D-BF6B-2992A6202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975F35-2CAF-45BA-8D10-21800E8D0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54F5AD-D3CC-41C3-A87B-4235B9A1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9CC63E-ED57-4514-B920-9492E7E3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E7E1A4-7328-433C-8EF5-A0954B82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601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52DB5F-E073-40AB-AC8E-06A8BB02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501E9E-3D85-41CC-85C3-41BEC2980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16AEB1-6062-4318-B404-36A174039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BB5D95-8FFC-49C3-BA30-3B5F4B8E1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1F60A8-EF0F-4FE3-8788-046D79A3B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2B6586-79D3-43FA-9B3C-6DDA1ACF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4823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06E0A8-3A88-4309-93AE-65D7B633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9399F3A-CD82-4587-81FA-7EED63B35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79C2F5-9A56-43A3-AE53-F2D79F41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670DD0-3823-4242-B518-E0561A53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20B4DE-9A8D-4441-8E5C-2B55479ED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9131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C8615C9-FC66-4398-BABC-B2620EA25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0C24300-F6D0-460E-9A59-A47BA25BE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071504-C55C-4E42-8212-B3FCF81B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B94F31-2C3A-4520-871D-879C38319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56D423-C5CA-4F0A-B8EE-1DA313A0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945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A45B228-7FD0-4D42-BA37-FF25C2E44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DD4E5F-5A94-4541-9DAF-812897E28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5E9A70-D852-482E-9C62-3BD46D22B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0A615-F92A-4907-A30C-138F46209547}" type="datetimeFigureOut">
              <a:rPr lang="de-DE" smtClean="0"/>
              <a:t>28.03.2020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B47836-00A0-44C4-A716-1779DAAC8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B62769-DADE-4AF0-A1C5-1745B4268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FA866-0485-4B9B-8791-AF265A5EC5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634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797FE1F-2BC6-43CF-871E-2C0E1FDBB7A6}"/>
              </a:ext>
            </a:extLst>
          </p:cNvPr>
          <p:cNvGrpSpPr/>
          <p:nvPr/>
        </p:nvGrpSpPr>
        <p:grpSpPr>
          <a:xfrm>
            <a:off x="422989" y="1162975"/>
            <a:ext cx="3380763" cy="2375246"/>
            <a:chOff x="422989" y="3461675"/>
            <a:chExt cx="3380763" cy="2375246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4F873E4C-80C4-4791-9B9C-D79B46FD554C}"/>
                </a:ext>
              </a:extLst>
            </p:cNvPr>
            <p:cNvSpPr/>
            <p:nvPr/>
          </p:nvSpPr>
          <p:spPr>
            <a:xfrm>
              <a:off x="422989" y="3461675"/>
              <a:ext cx="3380763" cy="2375246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A337775A-5050-459E-8DFB-C03177CD2E5B}"/>
                </a:ext>
              </a:extLst>
            </p:cNvPr>
            <p:cNvGrpSpPr/>
            <p:nvPr/>
          </p:nvGrpSpPr>
          <p:grpSpPr>
            <a:xfrm>
              <a:off x="1087546" y="3624437"/>
              <a:ext cx="2052435" cy="2052435"/>
              <a:chOff x="4272019" y="714650"/>
              <a:chExt cx="1660125" cy="1660125"/>
            </a:xfrm>
          </p:grpSpPr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F9A25BF3-B264-4F77-8CD6-A71D53EC588B}"/>
                  </a:ext>
                </a:extLst>
              </p:cNvPr>
              <p:cNvSpPr/>
              <p:nvPr/>
            </p:nvSpPr>
            <p:spPr>
              <a:xfrm>
                <a:off x="4272019" y="714650"/>
                <a:ext cx="1660125" cy="1660125"/>
              </a:xfrm>
              <a:prstGeom prst="ellipse">
                <a:avLst/>
              </a:prstGeom>
              <a:gradFill flip="none" rotWithShape="1">
                <a:gsLst>
                  <a:gs pos="0">
                    <a:srgbClr val="0192CA">
                      <a:shade val="30000"/>
                      <a:satMod val="115000"/>
                    </a:srgbClr>
                  </a:gs>
                  <a:gs pos="50000">
                    <a:srgbClr val="0192CA">
                      <a:shade val="67500"/>
                      <a:satMod val="115000"/>
                    </a:srgbClr>
                  </a:gs>
                  <a:gs pos="100000">
                    <a:srgbClr val="0192CA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23" name="Grafik 22" descr="Ein Bild, das Tisch enthält.&#10;&#10;Automatisch generierte Beschreibung">
                <a:extLst>
                  <a:ext uri="{FF2B5EF4-FFF2-40B4-BE49-F238E27FC236}">
                    <a16:creationId xmlns:a16="http://schemas.microsoft.com/office/drawing/2014/main" id="{9D7DEB89-30D1-4386-8BAE-3D9B1AB2E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58259" y="1059705"/>
                <a:ext cx="1059902" cy="1059902"/>
              </a:xfrm>
              <a:prstGeom prst="rect">
                <a:avLst/>
              </a:prstGeom>
            </p:spPr>
          </p:pic>
        </p:grp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B1ED8240-7E9A-47F0-A6B1-AA319CB718CB}"/>
              </a:ext>
            </a:extLst>
          </p:cNvPr>
          <p:cNvGrpSpPr/>
          <p:nvPr/>
        </p:nvGrpSpPr>
        <p:grpSpPr>
          <a:xfrm>
            <a:off x="8118636" y="1162975"/>
            <a:ext cx="3380763" cy="2375246"/>
            <a:chOff x="8118636" y="3461675"/>
            <a:chExt cx="3380763" cy="2375246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D382989B-533B-49D0-B679-34DAE8F7366C}"/>
                </a:ext>
              </a:extLst>
            </p:cNvPr>
            <p:cNvSpPr/>
            <p:nvPr/>
          </p:nvSpPr>
          <p:spPr>
            <a:xfrm>
              <a:off x="8118636" y="3461675"/>
              <a:ext cx="3380763" cy="2375246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20D962D9-C9BE-4E1B-BC64-F0B96351FE9D}"/>
                </a:ext>
              </a:extLst>
            </p:cNvPr>
            <p:cNvGrpSpPr/>
            <p:nvPr/>
          </p:nvGrpSpPr>
          <p:grpSpPr>
            <a:xfrm>
              <a:off x="8782799" y="3624436"/>
              <a:ext cx="2052435" cy="2052435"/>
              <a:chOff x="8959048" y="710213"/>
              <a:chExt cx="1660125" cy="1660125"/>
            </a:xfrm>
          </p:grpSpPr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A18FA5BD-031F-4447-94B9-44707FDF844C}"/>
                  </a:ext>
                </a:extLst>
              </p:cNvPr>
              <p:cNvSpPr/>
              <p:nvPr/>
            </p:nvSpPr>
            <p:spPr>
              <a:xfrm>
                <a:off x="8959048" y="710213"/>
                <a:ext cx="1660125" cy="1660125"/>
              </a:xfrm>
              <a:prstGeom prst="ellipse">
                <a:avLst/>
              </a:prstGeom>
              <a:gradFill flip="none" rotWithShape="1">
                <a:gsLst>
                  <a:gs pos="0">
                    <a:srgbClr val="0192CA">
                      <a:shade val="30000"/>
                      <a:satMod val="115000"/>
                    </a:srgbClr>
                  </a:gs>
                  <a:gs pos="50000">
                    <a:srgbClr val="0192CA">
                      <a:shade val="67500"/>
                      <a:satMod val="115000"/>
                    </a:srgbClr>
                  </a:gs>
                  <a:gs pos="100000">
                    <a:srgbClr val="0192CA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5E02BAC6-4216-4C23-A4C1-FEA462F55F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20008" y="1059705"/>
                <a:ext cx="937076" cy="937076"/>
              </a:xfrm>
              <a:prstGeom prst="rect">
                <a:avLst/>
              </a:prstGeom>
            </p:spPr>
          </p:pic>
        </p:grp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0CDB2A8-C465-470C-8C1E-3A743075A7E5}"/>
              </a:ext>
            </a:extLst>
          </p:cNvPr>
          <p:cNvGrpSpPr/>
          <p:nvPr/>
        </p:nvGrpSpPr>
        <p:grpSpPr>
          <a:xfrm>
            <a:off x="4270812" y="1162975"/>
            <a:ext cx="3380763" cy="2375246"/>
            <a:chOff x="4270812" y="3461675"/>
            <a:chExt cx="3380763" cy="2375246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A0E6D82F-A3D8-4D3C-9493-6F71511B06D6}"/>
                </a:ext>
              </a:extLst>
            </p:cNvPr>
            <p:cNvSpPr/>
            <p:nvPr/>
          </p:nvSpPr>
          <p:spPr>
            <a:xfrm>
              <a:off x="4270812" y="3461675"/>
              <a:ext cx="3380763" cy="2375246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EFFA53CE-A794-4E80-A79E-B4EE50462615}"/>
                </a:ext>
              </a:extLst>
            </p:cNvPr>
            <p:cNvGrpSpPr/>
            <p:nvPr/>
          </p:nvGrpSpPr>
          <p:grpSpPr>
            <a:xfrm>
              <a:off x="4934975" y="3624437"/>
              <a:ext cx="2052435" cy="2052435"/>
              <a:chOff x="6572438" y="710213"/>
              <a:chExt cx="1660125" cy="1660125"/>
            </a:xfrm>
          </p:grpSpPr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0CA5B8D7-0959-44D5-9908-FF1F07D0B03F}"/>
                  </a:ext>
                </a:extLst>
              </p:cNvPr>
              <p:cNvSpPr/>
              <p:nvPr/>
            </p:nvSpPr>
            <p:spPr>
              <a:xfrm>
                <a:off x="6572438" y="710213"/>
                <a:ext cx="1660125" cy="1660125"/>
              </a:xfrm>
              <a:prstGeom prst="ellipse">
                <a:avLst/>
              </a:prstGeom>
              <a:gradFill flip="none" rotWithShape="1">
                <a:gsLst>
                  <a:gs pos="0">
                    <a:srgbClr val="0192CA">
                      <a:shade val="30000"/>
                      <a:satMod val="115000"/>
                    </a:srgbClr>
                  </a:gs>
                  <a:gs pos="50000">
                    <a:srgbClr val="0192CA">
                      <a:shade val="67500"/>
                      <a:satMod val="115000"/>
                    </a:srgbClr>
                  </a:gs>
                  <a:gs pos="100000">
                    <a:srgbClr val="0192CA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6" name="Grafik 15" descr="Ein Bild, das Uhr enthält.&#10;&#10;Automatisch generierte Beschreibung">
                <a:extLst>
                  <a:ext uri="{FF2B5EF4-FFF2-40B4-BE49-F238E27FC236}">
                    <a16:creationId xmlns:a16="http://schemas.microsoft.com/office/drawing/2014/main" id="{A6C60724-4EBF-452D-9655-44E0A794BE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45993" y="1083768"/>
                <a:ext cx="913013" cy="91301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58769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54B0BF64-54F4-4E18-9683-DDFA8D418F32}"/>
              </a:ext>
            </a:extLst>
          </p:cNvPr>
          <p:cNvGrpSpPr/>
          <p:nvPr/>
        </p:nvGrpSpPr>
        <p:grpSpPr>
          <a:xfrm>
            <a:off x="422989" y="1194815"/>
            <a:ext cx="3380763" cy="2343405"/>
            <a:chOff x="422989" y="1194815"/>
            <a:chExt cx="3380763" cy="2343405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3797FE1F-2BC6-43CF-871E-2C0E1FDBB7A6}"/>
                </a:ext>
              </a:extLst>
            </p:cNvPr>
            <p:cNvGrpSpPr/>
            <p:nvPr/>
          </p:nvGrpSpPr>
          <p:grpSpPr>
            <a:xfrm>
              <a:off x="422989" y="1194815"/>
              <a:ext cx="3380763" cy="2343405"/>
              <a:chOff x="422989" y="3493515"/>
              <a:chExt cx="3380763" cy="2343405"/>
            </a:xfrm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4F873E4C-80C4-4791-9B9C-D79B46FD554C}"/>
                  </a:ext>
                </a:extLst>
              </p:cNvPr>
              <p:cNvSpPr/>
              <p:nvPr/>
            </p:nvSpPr>
            <p:spPr>
              <a:xfrm>
                <a:off x="422989" y="3493515"/>
                <a:ext cx="3380763" cy="2343405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F9A25BF3-B264-4F77-8CD6-A71D53EC588B}"/>
                  </a:ext>
                </a:extLst>
              </p:cNvPr>
              <p:cNvSpPr/>
              <p:nvPr/>
            </p:nvSpPr>
            <p:spPr>
              <a:xfrm>
                <a:off x="1087546" y="3624437"/>
                <a:ext cx="2052435" cy="2052435"/>
              </a:xfrm>
              <a:prstGeom prst="ellipse">
                <a:avLst/>
              </a:prstGeom>
              <a:gradFill flip="none" rotWithShape="1">
                <a:gsLst>
                  <a:gs pos="0">
                    <a:srgbClr val="0192CA">
                      <a:shade val="30000"/>
                      <a:satMod val="115000"/>
                    </a:srgbClr>
                  </a:gs>
                  <a:gs pos="50000">
                    <a:srgbClr val="0192CA">
                      <a:shade val="67500"/>
                      <a:satMod val="115000"/>
                    </a:srgbClr>
                  </a:gs>
                  <a:gs pos="100000">
                    <a:srgbClr val="0192CA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1" name="Grafik 20" descr="Ein Bild, das Sushi, Schild enthält.&#10;&#10;Automatisch generierte Beschreibung">
              <a:extLst>
                <a:ext uri="{FF2B5EF4-FFF2-40B4-BE49-F238E27FC236}">
                  <a16:creationId xmlns:a16="http://schemas.microsoft.com/office/drawing/2014/main" id="{80345A75-5C5D-4D3C-9CDE-D063DD03D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7423" y="1707518"/>
              <a:ext cx="1111893" cy="1288870"/>
            </a:xfrm>
            <a:prstGeom prst="rect">
              <a:avLst/>
            </a:prstGeom>
          </p:spPr>
        </p:pic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D0DD146A-1F86-4E1D-B82D-8ED1B79A00C2}"/>
              </a:ext>
            </a:extLst>
          </p:cNvPr>
          <p:cNvGrpSpPr/>
          <p:nvPr/>
        </p:nvGrpSpPr>
        <p:grpSpPr>
          <a:xfrm>
            <a:off x="4270812" y="1194815"/>
            <a:ext cx="3380763" cy="2343406"/>
            <a:chOff x="4270812" y="1194815"/>
            <a:chExt cx="3380763" cy="2343406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70CDB2A8-C465-470C-8C1E-3A743075A7E5}"/>
                </a:ext>
              </a:extLst>
            </p:cNvPr>
            <p:cNvGrpSpPr/>
            <p:nvPr/>
          </p:nvGrpSpPr>
          <p:grpSpPr>
            <a:xfrm>
              <a:off x="4270812" y="1194815"/>
              <a:ext cx="3380763" cy="2343406"/>
              <a:chOff x="4270812" y="3493515"/>
              <a:chExt cx="3380763" cy="2343406"/>
            </a:xfrm>
          </p:grpSpPr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0E6D82F-A3D8-4D3C-9493-6F71511B06D6}"/>
                  </a:ext>
                </a:extLst>
              </p:cNvPr>
              <p:cNvSpPr/>
              <p:nvPr/>
            </p:nvSpPr>
            <p:spPr>
              <a:xfrm>
                <a:off x="4270812" y="3493515"/>
                <a:ext cx="3380763" cy="2343406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0CA5B8D7-0959-44D5-9908-FF1F07D0B03F}"/>
                  </a:ext>
                </a:extLst>
              </p:cNvPr>
              <p:cNvSpPr/>
              <p:nvPr/>
            </p:nvSpPr>
            <p:spPr>
              <a:xfrm>
                <a:off x="4934975" y="3624437"/>
                <a:ext cx="2052435" cy="2052435"/>
              </a:xfrm>
              <a:prstGeom prst="ellipse">
                <a:avLst/>
              </a:prstGeom>
              <a:gradFill flip="none" rotWithShape="1">
                <a:gsLst>
                  <a:gs pos="0">
                    <a:srgbClr val="0192CA">
                      <a:shade val="30000"/>
                      <a:satMod val="115000"/>
                    </a:srgbClr>
                  </a:gs>
                  <a:gs pos="50000">
                    <a:srgbClr val="0192CA">
                      <a:shade val="67500"/>
                      <a:satMod val="115000"/>
                    </a:srgbClr>
                  </a:gs>
                  <a:gs pos="100000">
                    <a:srgbClr val="0192CA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2" name="Grafik 21" descr="Ein Bild, das Zeichnung, Schild enthält.&#10;&#10;Automatisch generierte Beschreibung">
              <a:extLst>
                <a:ext uri="{FF2B5EF4-FFF2-40B4-BE49-F238E27FC236}">
                  <a16:creationId xmlns:a16="http://schemas.microsoft.com/office/drawing/2014/main" id="{E541D785-A07D-41A4-9944-2AF55D16B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94" y="1717655"/>
              <a:ext cx="1268596" cy="1268596"/>
            </a:xfrm>
            <a:prstGeom prst="rect">
              <a:avLst/>
            </a:prstGeom>
          </p:spPr>
        </p:pic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A90C38F-C347-4C6A-B47A-306A1396E811}"/>
              </a:ext>
            </a:extLst>
          </p:cNvPr>
          <p:cNvGrpSpPr/>
          <p:nvPr/>
        </p:nvGrpSpPr>
        <p:grpSpPr>
          <a:xfrm>
            <a:off x="8118636" y="1194815"/>
            <a:ext cx="3380763" cy="2343406"/>
            <a:chOff x="8118636" y="1194815"/>
            <a:chExt cx="3380763" cy="2343406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B1ED8240-7E9A-47F0-A6B1-AA319CB718CB}"/>
                </a:ext>
              </a:extLst>
            </p:cNvPr>
            <p:cNvGrpSpPr/>
            <p:nvPr/>
          </p:nvGrpSpPr>
          <p:grpSpPr>
            <a:xfrm>
              <a:off x="8118636" y="1194815"/>
              <a:ext cx="3380763" cy="2343406"/>
              <a:chOff x="8118636" y="3493515"/>
              <a:chExt cx="3380763" cy="2343406"/>
            </a:xfrm>
          </p:grpSpPr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D382989B-533B-49D0-B679-34DAE8F7366C}"/>
                  </a:ext>
                </a:extLst>
              </p:cNvPr>
              <p:cNvSpPr/>
              <p:nvPr/>
            </p:nvSpPr>
            <p:spPr>
              <a:xfrm>
                <a:off x="8118636" y="3493515"/>
                <a:ext cx="3380763" cy="2343406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A18FA5BD-031F-4447-94B9-44707FDF844C}"/>
                  </a:ext>
                </a:extLst>
              </p:cNvPr>
              <p:cNvSpPr/>
              <p:nvPr/>
            </p:nvSpPr>
            <p:spPr>
              <a:xfrm>
                <a:off x="8782799" y="3624436"/>
                <a:ext cx="2052435" cy="2052435"/>
              </a:xfrm>
              <a:prstGeom prst="ellipse">
                <a:avLst/>
              </a:prstGeom>
              <a:gradFill flip="none" rotWithShape="1">
                <a:gsLst>
                  <a:gs pos="0">
                    <a:srgbClr val="0192CA">
                      <a:shade val="30000"/>
                      <a:satMod val="115000"/>
                    </a:srgbClr>
                  </a:gs>
                  <a:gs pos="50000">
                    <a:srgbClr val="0192CA">
                      <a:shade val="67500"/>
                      <a:satMod val="115000"/>
                    </a:srgbClr>
                  </a:gs>
                  <a:gs pos="100000">
                    <a:srgbClr val="0192CA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24" name="Grafik 23" descr="Ein Bild, das Uhr enthält.&#10;&#10;Automatisch generierte Beschreibung">
              <a:extLst>
                <a:ext uri="{FF2B5EF4-FFF2-40B4-BE49-F238E27FC236}">
                  <a16:creationId xmlns:a16="http://schemas.microsoft.com/office/drawing/2014/main" id="{68F86558-211F-4BA5-AEC2-00C89B3EB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81980" y="1824917"/>
              <a:ext cx="1054071" cy="1054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107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29BA8A58-4E98-4274-85A9-CBF1DAF22914}"/>
              </a:ext>
            </a:extLst>
          </p:cNvPr>
          <p:cNvGrpSpPr/>
          <p:nvPr/>
        </p:nvGrpSpPr>
        <p:grpSpPr>
          <a:xfrm>
            <a:off x="422989" y="661575"/>
            <a:ext cx="3380763" cy="2876646"/>
            <a:chOff x="422989" y="661575"/>
            <a:chExt cx="3380763" cy="2876646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6D902AED-1EE9-4E28-969B-A57D9C07432E}"/>
                </a:ext>
              </a:extLst>
            </p:cNvPr>
            <p:cNvGrpSpPr/>
            <p:nvPr/>
          </p:nvGrpSpPr>
          <p:grpSpPr>
            <a:xfrm>
              <a:off x="422989" y="661575"/>
              <a:ext cx="3380763" cy="2876646"/>
              <a:chOff x="422989" y="661575"/>
              <a:chExt cx="3380763" cy="2876646"/>
            </a:xfrm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4F873E4C-80C4-4791-9B9C-D79B46FD554C}"/>
                  </a:ext>
                </a:extLst>
              </p:cNvPr>
              <p:cNvSpPr/>
              <p:nvPr/>
            </p:nvSpPr>
            <p:spPr>
              <a:xfrm>
                <a:off x="422989" y="661575"/>
                <a:ext cx="3380763" cy="2876646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0" name="Rechteck: diagonal liegende Ecken abgeschnitten 19">
                <a:extLst>
                  <a:ext uri="{FF2B5EF4-FFF2-40B4-BE49-F238E27FC236}">
                    <a16:creationId xmlns:a16="http://schemas.microsoft.com/office/drawing/2014/main" id="{F9A25BF3-B264-4F77-8CD6-A71D53EC588B}"/>
                  </a:ext>
                </a:extLst>
              </p:cNvPr>
              <p:cNvSpPr/>
              <p:nvPr/>
            </p:nvSpPr>
            <p:spPr>
              <a:xfrm>
                <a:off x="1087546" y="1325737"/>
                <a:ext cx="2052435" cy="2052435"/>
              </a:xfrm>
              <a:prstGeom prst="snip2DiagRect">
                <a:avLst/>
              </a:prstGeom>
              <a:gradFill flip="none" rotWithShape="1">
                <a:gsLst>
                  <a:gs pos="0">
                    <a:srgbClr val="0192CA">
                      <a:shade val="30000"/>
                      <a:satMod val="115000"/>
                    </a:srgbClr>
                  </a:gs>
                  <a:gs pos="50000">
                    <a:srgbClr val="0192CA">
                      <a:shade val="67500"/>
                      <a:satMod val="115000"/>
                    </a:srgbClr>
                  </a:gs>
                  <a:gs pos="100000">
                    <a:srgbClr val="0192CA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4" name="Grafik 13" descr="Ein Bild, das Sushi, Schild enthält.&#10;&#10;Automatisch generierte Beschreibung">
                <a:extLst>
                  <a:ext uri="{FF2B5EF4-FFF2-40B4-BE49-F238E27FC236}">
                    <a16:creationId xmlns:a16="http://schemas.microsoft.com/office/drawing/2014/main" id="{010123F8-0DD9-4A89-9CC4-5578BC229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82944" y="1545166"/>
                <a:ext cx="1111893" cy="1288870"/>
              </a:xfrm>
              <a:prstGeom prst="rect">
                <a:avLst/>
              </a:prstGeom>
            </p:spPr>
          </p:pic>
        </p:grp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C5B49CB9-CDC5-4CDB-B0EF-3271BA06B84B}"/>
                </a:ext>
              </a:extLst>
            </p:cNvPr>
            <p:cNvSpPr/>
            <p:nvPr/>
          </p:nvSpPr>
          <p:spPr>
            <a:xfrm>
              <a:off x="1087546" y="1325736"/>
              <a:ext cx="1702690" cy="170269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020DA765-79FC-4E68-8031-66C9228941A1}"/>
                </a:ext>
              </a:extLst>
            </p:cNvPr>
            <p:cNvCxnSpPr/>
            <p:nvPr/>
          </p:nvCxnSpPr>
          <p:spPr>
            <a:xfrm>
              <a:off x="2790236" y="3028426"/>
              <a:ext cx="349745" cy="34974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E9345EF-80DF-4362-8364-0DEC30C1980B}"/>
              </a:ext>
            </a:extLst>
          </p:cNvPr>
          <p:cNvGrpSpPr/>
          <p:nvPr/>
        </p:nvGrpSpPr>
        <p:grpSpPr>
          <a:xfrm>
            <a:off x="4270812" y="661574"/>
            <a:ext cx="3380763" cy="2876647"/>
            <a:chOff x="4270812" y="661574"/>
            <a:chExt cx="3380763" cy="2876647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DA7913B8-D3B6-4621-8446-675E5C783F3D}"/>
                </a:ext>
              </a:extLst>
            </p:cNvPr>
            <p:cNvGrpSpPr/>
            <p:nvPr/>
          </p:nvGrpSpPr>
          <p:grpSpPr>
            <a:xfrm>
              <a:off x="4270812" y="661574"/>
              <a:ext cx="3380763" cy="2876647"/>
              <a:chOff x="4270812" y="661574"/>
              <a:chExt cx="3380763" cy="2876647"/>
            </a:xfrm>
          </p:grpSpPr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0E6D82F-A3D8-4D3C-9493-6F71511B06D6}"/>
                  </a:ext>
                </a:extLst>
              </p:cNvPr>
              <p:cNvSpPr/>
              <p:nvPr/>
            </p:nvSpPr>
            <p:spPr>
              <a:xfrm>
                <a:off x="4270812" y="661574"/>
                <a:ext cx="3380763" cy="2876647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hteck: diagonal liegende Ecken abgeschnitten 12">
                <a:extLst>
                  <a:ext uri="{FF2B5EF4-FFF2-40B4-BE49-F238E27FC236}">
                    <a16:creationId xmlns:a16="http://schemas.microsoft.com/office/drawing/2014/main" id="{0CA5B8D7-0959-44D5-9908-FF1F07D0B03F}"/>
                  </a:ext>
                </a:extLst>
              </p:cNvPr>
              <p:cNvSpPr/>
              <p:nvPr/>
            </p:nvSpPr>
            <p:spPr>
              <a:xfrm>
                <a:off x="4934975" y="1325737"/>
                <a:ext cx="2052435" cy="2052435"/>
              </a:xfrm>
              <a:prstGeom prst="snip2DiagRect">
                <a:avLst/>
              </a:prstGeom>
              <a:gradFill flip="none" rotWithShape="1">
                <a:gsLst>
                  <a:gs pos="0">
                    <a:srgbClr val="0192CA">
                      <a:shade val="30000"/>
                      <a:satMod val="115000"/>
                    </a:srgbClr>
                  </a:gs>
                  <a:gs pos="50000">
                    <a:srgbClr val="0192CA">
                      <a:shade val="67500"/>
                      <a:satMod val="115000"/>
                    </a:srgbClr>
                  </a:gs>
                  <a:gs pos="100000">
                    <a:srgbClr val="0192CA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3" name="Grafik 2" descr="Ein Bild, das Zeichnung, Schild enthält.&#10;&#10;Automatisch generierte Beschreibung">
                <a:extLst>
                  <a:ext uri="{FF2B5EF4-FFF2-40B4-BE49-F238E27FC236}">
                    <a16:creationId xmlns:a16="http://schemas.microsoft.com/office/drawing/2014/main" id="{5AADB8B3-0686-4BE0-B72C-1742349278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9235" y="1545166"/>
                <a:ext cx="1268596" cy="1268596"/>
              </a:xfrm>
              <a:prstGeom prst="rect">
                <a:avLst/>
              </a:prstGeom>
            </p:spPr>
          </p:pic>
        </p:grp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887046E9-01F1-4675-AE0F-7EAE977A05F8}"/>
                </a:ext>
              </a:extLst>
            </p:cNvPr>
            <p:cNvSpPr/>
            <p:nvPr/>
          </p:nvSpPr>
          <p:spPr>
            <a:xfrm>
              <a:off x="4919007" y="1327874"/>
              <a:ext cx="1702690" cy="170269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000A0DE2-01DC-4D48-8D66-C937273C3E5E}"/>
                </a:ext>
              </a:extLst>
            </p:cNvPr>
            <p:cNvCxnSpPr/>
            <p:nvPr/>
          </p:nvCxnSpPr>
          <p:spPr>
            <a:xfrm>
              <a:off x="6621697" y="3030564"/>
              <a:ext cx="349745" cy="34974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75F0A75B-C89D-4561-A3A0-37EF4AE08092}"/>
              </a:ext>
            </a:extLst>
          </p:cNvPr>
          <p:cNvGrpSpPr/>
          <p:nvPr/>
        </p:nvGrpSpPr>
        <p:grpSpPr>
          <a:xfrm>
            <a:off x="8118636" y="661574"/>
            <a:ext cx="3380763" cy="2876647"/>
            <a:chOff x="8118636" y="661574"/>
            <a:chExt cx="3380763" cy="2876647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D382989B-533B-49D0-B679-34DAE8F7366C}"/>
                </a:ext>
              </a:extLst>
            </p:cNvPr>
            <p:cNvSpPr/>
            <p:nvPr/>
          </p:nvSpPr>
          <p:spPr>
            <a:xfrm>
              <a:off x="8118636" y="661574"/>
              <a:ext cx="3380763" cy="2876647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" name="Rechteck: diagonal liegende Ecken abgeschnitten 8">
              <a:extLst>
                <a:ext uri="{FF2B5EF4-FFF2-40B4-BE49-F238E27FC236}">
                  <a16:creationId xmlns:a16="http://schemas.microsoft.com/office/drawing/2014/main" id="{A18FA5BD-031F-4447-94B9-44707FDF844C}"/>
                </a:ext>
              </a:extLst>
            </p:cNvPr>
            <p:cNvSpPr/>
            <p:nvPr/>
          </p:nvSpPr>
          <p:spPr>
            <a:xfrm>
              <a:off x="8782799" y="1325736"/>
              <a:ext cx="2052435" cy="2052435"/>
            </a:xfrm>
            <a:prstGeom prst="snip2DiagRect">
              <a:avLst/>
            </a:prstGeom>
            <a:gradFill flip="none" rotWithShape="1">
              <a:gsLst>
                <a:gs pos="0">
                  <a:srgbClr val="0192CA">
                    <a:shade val="30000"/>
                    <a:satMod val="115000"/>
                  </a:srgbClr>
                </a:gs>
                <a:gs pos="50000">
                  <a:srgbClr val="0192CA">
                    <a:shade val="67500"/>
                    <a:satMod val="115000"/>
                  </a:srgbClr>
                </a:gs>
                <a:gs pos="100000">
                  <a:srgbClr val="0192CA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 descr="Ein Bild, das Uhr enthält.&#10;&#10;Automatisch generierte Beschreibung">
              <a:extLst>
                <a:ext uri="{FF2B5EF4-FFF2-40B4-BE49-F238E27FC236}">
                  <a16:creationId xmlns:a16="http://schemas.microsoft.com/office/drawing/2014/main" id="{4CB5C9A4-1887-48C1-8DFC-B137D157E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7108" y="1662565"/>
              <a:ext cx="1054071" cy="1054071"/>
            </a:xfrm>
            <a:prstGeom prst="rect">
              <a:avLst/>
            </a:prstGeom>
          </p:spPr>
        </p:pic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11AEDBEF-D2DD-4DEC-9804-D858F567832F}"/>
                </a:ext>
              </a:extLst>
            </p:cNvPr>
            <p:cNvSpPr/>
            <p:nvPr/>
          </p:nvSpPr>
          <p:spPr>
            <a:xfrm>
              <a:off x="8782799" y="1325736"/>
              <a:ext cx="1702690" cy="170269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8388892C-A79E-47BE-892E-19055432AD74}"/>
                </a:ext>
              </a:extLst>
            </p:cNvPr>
            <p:cNvCxnSpPr/>
            <p:nvPr/>
          </p:nvCxnSpPr>
          <p:spPr>
            <a:xfrm>
              <a:off x="10485489" y="3028426"/>
              <a:ext cx="349745" cy="34974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7621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Marc-Philipp Esser</dc:creator>
  <cp:lastModifiedBy>Marc-Philipp Esser</cp:lastModifiedBy>
  <cp:revision>10</cp:revision>
  <dcterms:created xsi:type="dcterms:W3CDTF">2020-03-28T15:47:34Z</dcterms:created>
  <dcterms:modified xsi:type="dcterms:W3CDTF">2020-03-28T21:04:38Z</dcterms:modified>
</cp:coreProperties>
</file>